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869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4430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715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8347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695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833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0600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404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240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568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7209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9001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8974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9621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4668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8680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440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7B670-C544-46FB-997E-703B5E5F38E7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7C9D7-38FA-475B-BF3F-7329ED553C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79888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5E1B9-2DBF-44F7-B234-04FB6F387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706437"/>
          </a:xfrm>
        </p:spPr>
        <p:txBody>
          <a:bodyPr>
            <a:normAutofit fontScale="90000"/>
          </a:bodyPr>
          <a:lstStyle/>
          <a:p>
            <a:r>
              <a:rPr lang="es-CO" dirty="0"/>
              <a:t>SERVICIOS </a:t>
            </a:r>
            <a:r>
              <a:rPr lang="es-CO" dirty="0" err="1"/>
              <a:t>SENa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08F9C5-AC1A-FA1B-947F-ED362E077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1963711"/>
            <a:ext cx="9001462" cy="3294089"/>
          </a:xfrm>
        </p:spPr>
        <p:txBody>
          <a:bodyPr>
            <a:normAutofit fontScale="92500" lnSpcReduction="20000"/>
          </a:bodyPr>
          <a:lstStyle/>
          <a:p>
            <a:r>
              <a:rPr lang="es-CO" dirty="0"/>
              <a:t>Juan </a:t>
            </a:r>
            <a:r>
              <a:rPr lang="es-CO" dirty="0" err="1"/>
              <a:t>Mathias</a:t>
            </a:r>
            <a:r>
              <a:rPr lang="es-CO" dirty="0"/>
              <a:t> Palacios Botello </a:t>
            </a:r>
          </a:p>
          <a:p>
            <a:r>
              <a:rPr lang="es-CO" dirty="0"/>
              <a:t>Joan Sebastián Vargas Ramos</a:t>
            </a:r>
          </a:p>
          <a:p>
            <a:r>
              <a:rPr lang="es-CO" dirty="0"/>
              <a:t>Adrián Estiben Garrido Pedroza </a:t>
            </a:r>
          </a:p>
          <a:p>
            <a:r>
              <a:rPr lang="es-CO" dirty="0"/>
              <a:t>Tomás Barrera Ortiz</a:t>
            </a:r>
          </a:p>
          <a:p>
            <a:r>
              <a:rPr lang="es-CO" dirty="0"/>
              <a:t> Juan Pablo Doria Caviedes</a:t>
            </a:r>
          </a:p>
          <a:p>
            <a:r>
              <a:rPr lang="es-CO" dirty="0"/>
              <a:t>Santiago </a:t>
            </a:r>
            <a:r>
              <a:rPr lang="es-CO" dirty="0" err="1"/>
              <a:t>Javela</a:t>
            </a:r>
            <a:r>
              <a:rPr lang="es-CO" dirty="0"/>
              <a:t> Ospino</a:t>
            </a:r>
          </a:p>
          <a:p>
            <a:r>
              <a:rPr lang="es-CO" dirty="0"/>
              <a:t> (Ficha:3413974)</a:t>
            </a:r>
          </a:p>
        </p:txBody>
      </p:sp>
    </p:spTree>
    <p:extLst>
      <p:ext uri="{BB962C8B-B14F-4D97-AF65-F5344CB8AC3E}">
        <p14:creationId xmlns:p14="http://schemas.microsoft.com/office/powerpoint/2010/main" val="2541052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3135C-4CCF-9A52-253D-30C77A4B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AGENCIA PÚBLICA DEEMPLEO – SENA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3B8B7B-FF15-C00B-6B26-286F38E80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¿Qué es?</a:t>
            </a:r>
            <a:endParaRPr lang="es-CO" dirty="0"/>
          </a:p>
          <a:p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36C95E-59F1-025C-531C-F6881D659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La </a:t>
            </a:r>
            <a:r>
              <a:rPr lang="es-ES" b="1" dirty="0"/>
              <a:t>Agencia Pública de Empleo – SENA</a:t>
            </a:r>
            <a:r>
              <a:rPr lang="es-ES" dirty="0"/>
              <a:t> (APE) es un servicio gratuito del </a:t>
            </a:r>
            <a:r>
              <a:rPr lang="es-ES" b="1" dirty="0"/>
              <a:t>Servicio Nacional de Aprendizaje (SENA)</a:t>
            </a:r>
            <a:r>
              <a:rPr lang="es-ES" dirty="0"/>
              <a:t>, entidad pública de Colombia, que conecta a las personas que buscan trabajo con empresas que necesitan contratar personal.</a:t>
            </a:r>
          </a:p>
          <a:p>
            <a:r>
              <a:rPr lang="es-ES" dirty="0"/>
              <a:t>Su objetivo principal es facilitar la </a:t>
            </a:r>
            <a:r>
              <a:rPr lang="es-ES" b="1" dirty="0"/>
              <a:t>intermediación laboral</a:t>
            </a:r>
            <a:r>
              <a:rPr lang="es-ES" dirty="0"/>
              <a:t> en todo el país.</a:t>
            </a:r>
          </a:p>
          <a:p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76FBDC2-CBE8-DBE9-310B-17718CF79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O" dirty="0"/>
              <a:t>¿Qué ofrece?</a:t>
            </a:r>
          </a:p>
          <a:p>
            <a:endParaRPr lang="es-CO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180B1D0-C4F2-77BE-F602-9943FE2E88B7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92500"/>
          </a:bodyPr>
          <a:lstStyle/>
          <a:p>
            <a:r>
              <a:rPr lang="es-ES" b="1" dirty="0"/>
              <a:t>Para personas que buscan empleo:</a:t>
            </a:r>
          </a:p>
          <a:p>
            <a:r>
              <a:rPr lang="es-ES" dirty="0"/>
              <a:t>Postulación a vacantes en todo el país.</a:t>
            </a:r>
          </a:p>
          <a:p>
            <a:r>
              <a:rPr lang="es-ES" dirty="0"/>
              <a:t>Información sobre el mercado laboral.</a:t>
            </a:r>
          </a:p>
          <a:p>
            <a:r>
              <a:rPr lang="es-ES" b="1" dirty="0"/>
              <a:t>Para empresas:</a:t>
            </a:r>
          </a:p>
          <a:p>
            <a:r>
              <a:rPr lang="es-ES" dirty="0"/>
              <a:t>Publicación gratuita de vacantes.</a:t>
            </a:r>
          </a:p>
          <a:p>
            <a:r>
              <a:rPr lang="es-ES" dirty="0"/>
              <a:t>Búsqueda y selección de candidatos.</a:t>
            </a:r>
          </a:p>
          <a:p>
            <a:r>
              <a:rPr lang="es-ES" dirty="0"/>
              <a:t> Información sobre perfiles ocupacionales.</a:t>
            </a:r>
          </a:p>
          <a:p>
            <a:endParaRPr lang="es-CO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6D534EA0-76BB-BA01-3EC9-772D7C6F9C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O" dirty="0"/>
              <a:t>¿Qué aporta?</a:t>
            </a:r>
          </a:p>
          <a:p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BAA793A-14E1-8C1B-CF72-03BF37A0A60B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CO" altLang="es-CO" dirty="0">
                <a:effectLst/>
              </a:rPr>
              <a:t>Reduce el desempleo al conectar oferta y demanda laboral.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altLang="es-CO" dirty="0">
              <a:effectLst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CO" altLang="es-CO" dirty="0">
                <a:effectLst/>
              </a:rPr>
              <a:t>Promueve empleo formal.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altLang="es-CO" dirty="0">
              <a:effectLst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CO" altLang="es-CO" dirty="0">
                <a:effectLst/>
              </a:rPr>
              <a:t>Apoya la inclusión laboral (jóvenes, víctimas del conflicto, personas con discapacidad, entre otros).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altLang="es-CO" dirty="0">
              <a:effectLst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CO" altLang="es-CO" dirty="0">
                <a:effectLst/>
              </a:rPr>
              <a:t>Brinda igualdad de oportunidades, ya que sus servicios son gratuitos.</a:t>
            </a:r>
          </a:p>
        </p:txBody>
      </p:sp>
    </p:spTree>
    <p:extLst>
      <p:ext uri="{BB962C8B-B14F-4D97-AF65-F5344CB8AC3E}">
        <p14:creationId xmlns:p14="http://schemas.microsoft.com/office/powerpoint/2010/main" val="2659096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F1FCE-3626-F8B0-735B-8E0E8E8E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err="1"/>
              <a:t>Tecnoparque</a:t>
            </a:r>
            <a:r>
              <a:rPr lang="es-CO" sz="3200" dirty="0"/>
              <a:t> - SENA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7750D4-E752-8092-8C10-F457F3F40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¿Qué es?</a:t>
            </a:r>
          </a:p>
          <a:p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39D9BB-91AF-336B-889B-AC06C8AB418C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lnSpcReduction="10000"/>
          </a:bodyPr>
          <a:lstStyle/>
          <a:p>
            <a:r>
              <a:rPr lang="es-ES" b="1" dirty="0" err="1"/>
              <a:t>Tecnoparque</a:t>
            </a:r>
            <a:r>
              <a:rPr lang="es-ES" b="1" dirty="0"/>
              <a:t> SENA</a:t>
            </a:r>
            <a:r>
              <a:rPr lang="es-ES" dirty="0"/>
              <a:t> es un programa del </a:t>
            </a:r>
            <a:r>
              <a:rPr lang="es-ES" b="1" dirty="0"/>
              <a:t>Servicio Nacional de Aprendizaje (SENA)</a:t>
            </a:r>
            <a:r>
              <a:rPr lang="es-ES" dirty="0"/>
              <a:t> que promueve la </a:t>
            </a:r>
            <a:r>
              <a:rPr lang="es-ES" b="1" dirty="0"/>
              <a:t>innovación, el desarrollo tecnológico y el emprendimiento</a:t>
            </a:r>
            <a:r>
              <a:rPr lang="es-ES" dirty="0"/>
              <a:t> en Colombia.</a:t>
            </a:r>
          </a:p>
          <a:p>
            <a:r>
              <a:rPr lang="es-ES" dirty="0"/>
              <a:t>Es un espacio donde aprendices, estudiantes, emprendedores y empresas pueden desarrollar </a:t>
            </a:r>
            <a:r>
              <a:rPr lang="es-ES" b="1" dirty="0"/>
              <a:t>proyectos de base tecnológica e innovadora</a:t>
            </a:r>
            <a:r>
              <a:rPr lang="es-ES" dirty="0"/>
              <a:t> de manera gratuita.</a:t>
            </a:r>
          </a:p>
          <a:p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897D535-5EDC-38D1-6C71-CB9168C10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O" dirty="0"/>
              <a:t>¿Qué ofrece?</a:t>
            </a:r>
          </a:p>
          <a:p>
            <a:endParaRPr lang="es-CO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CD322BB-9171-AF11-E18C-5055DBDB20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O" dirty="0"/>
              <a:t>¿Qué aporta?</a:t>
            </a:r>
          </a:p>
          <a:p>
            <a:endParaRPr lang="es-CO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6CE2AB0-E043-EE3F-6597-7E79BF2F5CF3}"/>
              </a:ext>
            </a:extLst>
          </p:cNvPr>
          <p:cNvSpPr>
            <a:spLocks noGrp="1" noChangeArrowheads="1"/>
          </p:cNvSpPr>
          <p:nvPr>
            <p:ph type="body" sz="half" idx="16"/>
          </p:nvPr>
        </p:nvSpPr>
        <p:spPr bwMode="auto">
          <a:xfrm>
            <a:off x="4444879" y="2997194"/>
            <a:ext cx="3291212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Asesoría técnica especializada para desarrollar proyectos.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Acompañamiento en investigación, innovación y prototipado.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Acceso a laboratorios y tecnología avanzada.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Orientación para convertir ideas en proyectos productivos.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CF53D72-7898-66E9-4C00-865DEB70E0C3}"/>
              </a:ext>
            </a:extLst>
          </p:cNvPr>
          <p:cNvSpPr>
            <a:spLocks noGrp="1" noChangeArrowheads="1"/>
          </p:cNvSpPr>
          <p:nvPr>
            <p:ph type="body" sz="half" idx="17"/>
          </p:nvPr>
        </p:nvSpPr>
        <p:spPr bwMode="auto">
          <a:xfrm>
            <a:off x="7968221" y="2866390"/>
            <a:ext cx="3291211" cy="297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Impulsa el emprendimiento tecnológico.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Fomenta la investigación aplicada.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Fortalece las competencias técnicas y digitales.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Apoya la creación de prototipos e innovaciones.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Contribuye al desarrollo económico y tecnológico del país.</a:t>
            </a:r>
          </a:p>
        </p:txBody>
      </p:sp>
    </p:spTree>
    <p:extLst>
      <p:ext uri="{BB962C8B-B14F-4D97-AF65-F5344CB8AC3E}">
        <p14:creationId xmlns:p14="http://schemas.microsoft.com/office/powerpoint/2010/main" val="3225845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2CF41-189E-7982-FDC1-C5F43CCA4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err="1"/>
              <a:t>Tecnoacademia</a:t>
            </a:r>
            <a:r>
              <a:rPr lang="es-CO" dirty="0"/>
              <a:t> - SENA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21C2E0-689B-1E68-7C9A-1BFBB7A51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¿Qué es?</a:t>
            </a:r>
          </a:p>
          <a:p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BFFAAD-85E2-F389-CEBA-B400E220780B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La </a:t>
            </a:r>
            <a:r>
              <a:rPr lang="es-ES" b="1" dirty="0" err="1"/>
              <a:t>Tecnoacademia</a:t>
            </a:r>
            <a:r>
              <a:rPr lang="es-ES" b="1" dirty="0"/>
              <a:t> SENA</a:t>
            </a:r>
            <a:r>
              <a:rPr lang="es-ES" dirty="0"/>
              <a:t> es un programa del </a:t>
            </a:r>
            <a:r>
              <a:rPr lang="es-ES" b="1" dirty="0"/>
              <a:t>Servicio Nacional de Aprendizaje (SENA)</a:t>
            </a:r>
            <a:r>
              <a:rPr lang="es-ES" dirty="0"/>
              <a:t> que ofrece formación gratuita en ciencia, tecnología e innovación para estudiantes de educación básica y media (colegios públicos y privados).</a:t>
            </a:r>
          </a:p>
          <a:p>
            <a:r>
              <a:rPr lang="es-ES" dirty="0"/>
              <a:t>Su objetivo es fortalecer el interés por la investigación, la ciencia y las carreras tecnológicas desde edades tempranas.</a:t>
            </a:r>
          </a:p>
          <a:p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AB8A8A-2CAA-9921-67D3-FD1F60681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O" dirty="0"/>
              <a:t>¿Qué ofrece?</a:t>
            </a:r>
          </a:p>
          <a:p>
            <a:endParaRPr lang="es-CO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A0C82A05-DAAA-13B6-AB67-3D54AC79B8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O" dirty="0"/>
              <a:t>¿Qué aporta?</a:t>
            </a:r>
          </a:p>
          <a:p>
            <a:endParaRPr lang="es-CO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15B2F64-D439-522A-4A3A-DC65810436FC}"/>
              </a:ext>
            </a:extLst>
          </p:cNvPr>
          <p:cNvSpPr>
            <a:spLocks noGrp="1" noChangeArrowheads="1"/>
          </p:cNvSpPr>
          <p:nvPr>
            <p:ph type="body" sz="half" idx="16"/>
          </p:nvPr>
        </p:nvSpPr>
        <p:spPr bwMode="auto">
          <a:xfrm>
            <a:off x="4444879" y="2920251"/>
            <a:ext cx="329855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Acceso a laboratorios especializados.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Desarrollo de proyectos de investigación.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Orientación vocacional en áreas STEM (ciencia, tecnología, ingeniería y matemáticas).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Acompañamiento de instructores especializados.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F922468-A24A-0018-3536-7AD475F7691B}"/>
              </a:ext>
            </a:extLst>
          </p:cNvPr>
          <p:cNvSpPr>
            <a:spLocks noGrp="1" noChangeArrowheads="1"/>
          </p:cNvSpPr>
          <p:nvPr>
            <p:ph type="body" sz="half" idx="17"/>
          </p:nvPr>
        </p:nvSpPr>
        <p:spPr bwMode="auto">
          <a:xfrm>
            <a:off x="7976347" y="2827919"/>
            <a:ext cx="329855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Desarrolla habilidades científicas y tecnológicas en jóvenes.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Fomenta la creatividad y la innovación.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Motiva a los estudiantes a elegir carreras técnicas, tecnológicas o profesionales.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 brechas en acceso a tecnología.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Contribuye al desarrollo científico del país.</a:t>
            </a:r>
          </a:p>
        </p:txBody>
      </p:sp>
    </p:spTree>
    <p:extLst>
      <p:ext uri="{BB962C8B-B14F-4D97-AF65-F5344CB8AC3E}">
        <p14:creationId xmlns:p14="http://schemas.microsoft.com/office/powerpoint/2010/main" val="429300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70F6E822-6A59-BA24-2597-19A39D8C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244" y="657227"/>
            <a:ext cx="9733512" cy="661908"/>
          </a:xfrm>
        </p:spPr>
        <p:txBody>
          <a:bodyPr>
            <a:normAutofit/>
          </a:bodyPr>
          <a:lstStyle/>
          <a:p>
            <a:r>
              <a:rPr lang="es-ES" dirty="0"/>
              <a:t>SENA Comercio y Servicios – Neiva</a:t>
            </a:r>
            <a:endParaRPr lang="es-CO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9F458D37-59B5-42FA-AA75-A065C85DE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9244" y="1573968"/>
            <a:ext cx="9733512" cy="3528258"/>
          </a:xfrm>
        </p:spPr>
        <p:txBody>
          <a:bodyPr>
            <a:normAutofit/>
          </a:bodyPr>
          <a:lstStyle/>
          <a:p>
            <a:br>
              <a:rPr lang="es-ES" dirty="0"/>
            </a:br>
            <a:r>
              <a:rPr lang="es-ES" dirty="0"/>
              <a:t>Formación gratuita en </a:t>
            </a:r>
            <a:r>
              <a:rPr lang="es-ES" b="1" dirty="0"/>
              <a:t>áreas comerciales, administrativas y de servicios</a:t>
            </a:r>
            <a:r>
              <a:rPr lang="es-ES" dirty="0"/>
              <a:t>, como gestión empresarial, atención al cliente y contabilidad. Su propósito es preparar personas para el mundo laboral y fortalecer competencias útiles en negocios y atención al público.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6791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AD3F5-9BFB-0171-6686-BD91AA6B5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1051653"/>
          </a:xfrm>
        </p:spPr>
        <p:txBody>
          <a:bodyPr>
            <a:normAutofit/>
          </a:bodyPr>
          <a:lstStyle/>
          <a:p>
            <a:r>
              <a:rPr lang="es-ES" dirty="0"/>
              <a:t>SENA Industrial – Neiva</a:t>
            </a:r>
            <a:br>
              <a:rPr lang="es-ES" dirty="0"/>
            </a:b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537704-FE05-EE9F-9CBB-2B258F19F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9244" y="1319134"/>
            <a:ext cx="9733512" cy="3783091"/>
          </a:xfrm>
        </p:spPr>
        <p:txBody>
          <a:bodyPr>
            <a:normAutofit/>
          </a:bodyPr>
          <a:lstStyle/>
          <a:p>
            <a:endParaRPr lang="es-ES" dirty="0"/>
          </a:p>
          <a:p>
            <a:br>
              <a:rPr lang="es-ES" dirty="0"/>
            </a:br>
            <a:r>
              <a:rPr lang="es-ES" dirty="0"/>
              <a:t>Formación gratuita en </a:t>
            </a:r>
            <a:r>
              <a:rPr lang="es-ES" b="1" dirty="0"/>
              <a:t>áreas industriales y técnicas</a:t>
            </a:r>
            <a:r>
              <a:rPr lang="es-ES" dirty="0"/>
              <a:t>, como automatización, mantenimiento, soldadura y tecnologías aplicadas a la producción. Su objetivo es formar talento técnico que responda a las necesidades del sector productivo en la región.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410115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Naranja roj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0</TotalTime>
  <Words>553</Words>
  <Application>Microsoft Office PowerPoint</Application>
  <PresentationFormat>Panorámica</PresentationFormat>
  <Paragraphs>63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Rockwell</vt:lpstr>
      <vt:lpstr>Damask</vt:lpstr>
      <vt:lpstr>SERVICIOS SENa</vt:lpstr>
      <vt:lpstr>AGENCIA PÚBLICA DEEMPLEO – SENA</vt:lpstr>
      <vt:lpstr>Tecnoparque - SENA</vt:lpstr>
      <vt:lpstr>Tecnoacademia - SENA</vt:lpstr>
      <vt:lpstr>SENA Comercio y Servicios – Neiva</vt:lpstr>
      <vt:lpstr>SENA Industrial – Neiva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100_95271023979</dc:creator>
  <cp:lastModifiedBy>100_95271023979</cp:lastModifiedBy>
  <cp:revision>1</cp:revision>
  <dcterms:created xsi:type="dcterms:W3CDTF">2026-02-17T23:26:58Z</dcterms:created>
  <dcterms:modified xsi:type="dcterms:W3CDTF">2026-02-18T01:00:14Z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2026-02-18T01:00:14Z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a572f9fe-4ef5-4e55-bc6d-fbd3773630a2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